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EventosVivos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rPr dirty="0"/>
              <a:t>Sistema de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Eventos</a:t>
            </a:r>
            <a:endParaRPr dirty="0"/>
          </a:p>
          <a:p>
            <a:r>
              <a:rPr lang="es-ES" dirty="0"/>
              <a:t>						</a:t>
            </a:r>
          </a:p>
          <a:p>
            <a:r>
              <a:rPr lang="es-ES" dirty="0"/>
              <a:t>                             			</a:t>
            </a:r>
            <a:r>
              <a:rPr dirty="0" err="1"/>
              <a:t>Demostración</a:t>
            </a:r>
            <a:r>
              <a:rPr dirty="0"/>
              <a:t> del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completo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5486400" cy="0"/>
          </a:xfrm>
          <a:prstGeom prst="rect">
            <a:avLst/>
          </a:prstGeom>
          <a:ln w="381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Aplicación full-stack con separación clara de capas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.NET 10 con Entity Framework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API REST con Swagger UI en puerto 5120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Base de datos en memoria con seed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rPr dirty="0"/>
              <a:t>• Angular </a:t>
            </a:r>
            <a:r>
              <a:rPr lang="es-ES" dirty="0"/>
              <a:t>21</a:t>
            </a:r>
            <a:r>
              <a:rPr dirty="0"/>
              <a:t> con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Interfaz moderna y responsive en puerto 4300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Consumo de APIs RESTful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Paso 1: Backend - dotnet run</a:t>
            </a:r>
          </a:p>
        </p:txBody>
      </p:sp>
      <p:pic>
        <p:nvPicPr>
          <p:cNvPr id="4" name="Picture 3" descr="Dotnet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2009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Compilación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dotnet run en C:\...\EventosVivos\backend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Proceso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Compilación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Carga de configuración desde launchSettings.json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Seed de 3-4 entidades a base de datos en memoria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API escuchando en http://localhost:5120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Resultado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Backend listo para recibir requests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Paso 2: Frontend - ng serve</a:t>
            </a:r>
          </a:p>
        </p:txBody>
      </p:sp>
      <p:pic>
        <p:nvPicPr>
          <p:cNvPr id="4" name="Picture 3" descr="Ng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19538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Compilación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ng serve en C:\...\EventosVivos\frontend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Proceso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Resolución de dependencias npm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Bundling de archivos (main.js, styles.css)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Servidor de desarrollo con watch mode habilitado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Frontend disponible en http://localhost:4300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Resultado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Frontend listo para navegación y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Paso 3: Backend - Swagger UI</a:t>
            </a:r>
          </a:p>
        </p:txBody>
      </p:sp>
      <p:pic>
        <p:nvPicPr>
          <p:cNvPr id="4" name="Picture 3" descr="backend_sw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API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Swagger UI del Backend - Especificación OpenAPI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Endpoints disponibles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GET /api/eventos - Listar todos los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POST /api/eventos - Crear nuevo 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GET /api/eventos/{id} - Obtener evento específico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PUT /api/eventos/{id} - Actualizar evento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DELETE /api/eventos/{id} - Eliminar evento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GET /api/reservas - Gestión de reservas de eventos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Característica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Documentación interactiva para testing de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Paso 4: Frontend - Página de Eventos</a:t>
            </a:r>
          </a:p>
        </p:txBody>
      </p:sp>
      <p:pic>
        <p:nvPicPr>
          <p:cNvPr id="4" name="Picture 3" descr="frontend_ev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Interfaz de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Página principal de gestión de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Funcionalidades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Visualización de listado completo de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Consumo de datos desde API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Interfaz responsiva y moderna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Interacción con datos en tiempo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Integración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Frontend ↔ Backend mediante API 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Flujo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Arquitectura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Flujo completo de la aplicación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User abre navegador → localhost:4300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Frontend realiza GET /api/eventos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Backend procesa request y retorna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Frontend renderiza datos en tabla/grid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User puede interactuar con los eventos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98406" y="2286000"/>
            <a:ext cx="354718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 err="1"/>
              <a:t>EventosVivos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387</Words>
  <Application>Microsoft Office PowerPoint</Application>
  <PresentationFormat>Presentación en pantalla (4:3)</PresentationFormat>
  <Paragraphs>66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bedoya</cp:lastModifiedBy>
  <cp:revision>2</cp:revision>
  <dcterms:created xsi:type="dcterms:W3CDTF">2013-01-27T09:14:16Z</dcterms:created>
  <dcterms:modified xsi:type="dcterms:W3CDTF">2026-06-24T18:05:29Z</dcterms:modified>
  <cp:category/>
</cp:coreProperties>
</file>